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7080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078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9814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115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0441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182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910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171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5891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414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276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0A976-87BE-4B5C-970E-AB75FA398DBD}" type="datetimeFigureOut">
              <a:rPr lang="es-MX" smtClean="0"/>
              <a:t>05/03/2026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04293-9D90-47E5-8F60-C30E741F741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846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Archivo </a:t>
            </a:r>
            <a:r>
              <a:rPr lang="es-ES" smtClean="0"/>
              <a:t>powerpoint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7370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Archivo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Archivo powerpoint</dc:title>
  <dc:creator>PC07</dc:creator>
  <cp:lastModifiedBy>PC07</cp:lastModifiedBy>
  <cp:revision>1</cp:revision>
  <dcterms:created xsi:type="dcterms:W3CDTF">2026-03-06T03:34:53Z</dcterms:created>
  <dcterms:modified xsi:type="dcterms:W3CDTF">2026-03-06T03:35:03Z</dcterms:modified>
</cp:coreProperties>
</file>